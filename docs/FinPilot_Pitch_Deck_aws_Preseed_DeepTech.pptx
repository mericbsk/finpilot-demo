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51560"/>
            <a:ext cx="999439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124712"/>
            <a:ext cx="9994392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26187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· EST. 2024 · DAILY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FinPilot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554480" y="3154680"/>
            <a:ext cx="9079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analytics &amp; decision-support infrastructure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 investors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8656" y="429768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07024" y="429768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65392" y="4297680"/>
            <a:ext cx="566928" cy="566928"/>
          </a:xfrm>
          <a:prstGeom prst="ellipse">
            <a:avLst/>
          </a:prstGeom>
          <a:solidFill>
            <a:srgbClr val="8A8F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5074920"/>
            <a:ext cx="9079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Morning Ledger — the newspaper that teaches you to read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5715000"/>
            <a:ext cx="9994392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870448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Deep Tech Application · Ibrahim Meriç Başak · Vienna, Austria ·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investors are structurally left behind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965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834640" y="1709928"/>
            <a:ext cx="2651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investors underperform market benchmarks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Dalbar, 2025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72968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82696"/>
            <a:ext cx="1965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$50–500K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834640" y="3282696"/>
            <a:ext cx="2651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— the price of institutional-grade analytics, out of reach for individuals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pricing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45736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855464"/>
            <a:ext cx="1965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834640" y="4855464"/>
            <a:ext cx="2651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Europeans lack basic financial literacy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OECD, 2024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gap persists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20574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tools lack scientific rigor — signal bots and screeners are sold on in-sample backtests that collapse out-of-sample.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accountable — no provider publishes its full track record, including the misses.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disconnected from practice — textbook courses, while decisions happen in a live market.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is regulated and expensive — professional guidance stays behind private-banking walls.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2 / 13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daily research paper that grades itself — and teaches its reader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Engine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 at 07:45 CET the engine scans 1,800+ US stocks and issues research grades A / B / C with calibrated probability bands — e.g. “candidates with this profile moved ≥5% within 5 days ~65% of the time.”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1965960"/>
            <a:ext cx="502920" cy="50292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85232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Scorecard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65176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is published — hits and misses alike, grade by grade. Accountability is not a promise; it is a product feature no retail competitor offers.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8467344" y="1965960"/>
            <a:ext cx="502920" cy="502920"/>
          </a:xfrm>
          <a:prstGeom prst="ellipse">
            <a:avLst/>
          </a:prstGeom>
          <a:solidFill>
            <a:srgbClr val="5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07424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FinSense Academy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67344" y="265176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edition doubles as a lesson: concepts are taught with that morning's real, dated cases. The archive of past editions becomes the case-file library.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buy/sell calls. No price targets. No return promises. Only grades, probabilities and plain-language reasons.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3 / 13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→ Grade → Verify → Teach — one loop, every market day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627632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2057400"/>
            <a:ext cx="11887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2706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1,800+ US stocks screened each morning across volatility, short interest, gap, relative volume and regime factors.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58968" y="2057400"/>
            <a:ext cx="11887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3493008" y="2468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852928"/>
            <a:ext cx="2706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become A / B / C research grades with a probability sentence, 2–4 factor badges and a two-sentence rationale.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16368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03336" y="2057400"/>
            <a:ext cx="11887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6437376" y="2468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37376" y="2852928"/>
            <a:ext cx="2706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days later the outcome is resolved and stamped on the public scorecard — including every miss.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60736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81744" y="2468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81744" y="2852928"/>
            <a:ext cx="2706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day's top case becomes the day's lesson; the user's own predictions feed a personal calibration score.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80560" y="4956048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4956048"/>
            <a:ext cx="457200" cy="457200"/>
          </a:xfrm>
          <a:prstGeom prst="ellipse">
            <a:avLst/>
          </a:prstGeom>
          <a:solidFill>
            <a:srgbClr val="8A8F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892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 — rare, ~1 per day.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strongest, fully-confirmed profile.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4892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 — strong setup.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profile with one factor still unconfirmed.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4892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 — watch stage.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Early-tier candidates used mainly for teaching.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4 / 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 engine fed by a research lab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the scoring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83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Volatility-aware multi-factor model: short interest, gap, relative volume, ATR and market regime — each factor validated point-in-time.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data contracts — no look-ahead: every input is stamped with what was knowable that morning.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Execution-replay infrastructure: triple-barrier P&amp;L with realistic costs, slippage and commissions.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probability bands per grade, recomputed as the archive grows.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LABS — what feeds it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reinforcement learning line (PPO, SAC, TD3, recurrent agents) for adaptive, regime-specialised decision models.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Shadow-validation pipeline: candidate models run silently beside production until they beat it on locked data.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workflows: autonomous research agents that generate, test and document factor hypotheses.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local LLM inference for personal analysis — user data never leaves the device.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graduates to production only after it clears the validation bar — never on a promising backtest alone.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5 / 13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discipline is the technology</a:t>
            </a:r>
            <a:endParaRPr lang="en-US" sz="3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47823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retail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F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FinPilot 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In-sample backtests, tuned until they look good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out-of-sample tests; walk-forward audits; cluster-bootstrap statistics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“Accuracy” on favorable price moves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Triple-barrier execution replay with realistic costs — precision ≠ realized P&amp;L, and we measure both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record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 showcased, losses deleted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scorecard of every graded call, misses included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indicators (RSI, MACD) recycled since the 1980s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Regime-aware factor research; our own tests retired RSI/MACD — and our own legacy score — when they failed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courses, disconnected from the market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Lessons auto-generated from real, dated, pre-outcome-graded cases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6 / 13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attack our own results before the market can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BATTERY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828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research cycle: 30+ independent tests across factors, exits, costs and universes before any production change.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6916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828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64808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SIGNALS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56448" y="1828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archive of graded, dated, pre-outcome calls — the raw material for calibration and for FinSense case files.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404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724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STABLE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384048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volatility edge held in every month tested, after realistic costs — our most robust, repeatedly confirmed finding.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3703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38404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64808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METRICS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56448" y="384048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failed re-testing were retired — including our own legacy scoring formula. The jury sees what survived.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as strategy: the platform publishes the same rigorous, cost-adjusted numbers to users that it shows to investors.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7 / 13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REGTECH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architecture, not an afterthought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645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advice language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97680" y="1645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interface contains no buy/sell recommendations, no target prices, no position sizing and no return promises — by design, on every surface. FinPilot is decision-support software, not licensed investment advice.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788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auditability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97680" y="2788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published grade carries a timestamp and an engine-configuration fingerprint; the archive is immutable. Any output can be reproduced and audited after the fact.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457200" cy="457200"/>
          </a:xfrm>
          <a:prstGeom prst="ellipse">
            <a:avLst/>
          </a:prstGeom>
          <a:solidFill>
            <a:srgbClr val="5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931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AI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97680" y="3931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foundations today; roadmap to local LLM inference so personal financial analysis runs on the user's device — data never leaves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18464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5074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roadmap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297680" y="5074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remain outside licensed-advice activity today, with a prepared path toward MiFID-compliant personalised guidance as the product deepens — compliance grows with the vision.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8 / 13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FINSENSE — THE IMPACT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financial literacy lab that improves itself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language-learning app for markets: daily micro-lessons, streaks and quests — but every exercise is built from this morning's real market and, later, from the stocks the user actually follows.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41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quests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tasks tied to the morning edition — read a case, predict an outcome, earn your streak. Learning happens inside the live market, not beside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2331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2441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trainer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64808" y="2788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grade candidates before seeing the engine's grade; a personal calibration score shows exactly where their judgement is over- or under-confident.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24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Blind-spot map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learns from each user's decisions and mistakes, maps their weak areas, and steers the next lessons there — personal financial analysis in service of learning.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41148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4224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Self-improving content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64808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are auto-generated from the growing archive of resolved cases: every example is real, dated and graded before the outcome was known. More market days → better lab.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domains · 2 learning tracks · 120+ glossary terms · EN / DE / TR — closing Europe's financial literacy gap, one edition a day.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9 / 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$12B market — entered where trust matters most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trading &amp; investing tools market, growing ~18% CAGR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0832" y="164592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99432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retail investors in Europe alone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3024" y="164592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200M+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21624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Europeans who want to learn — FinSense free tier is the wedge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5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 first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502152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from Vienna into DACH &amp; EU: highest literacy need, EU literacy agenda tailwind, GDPR-native design as a trust advantage. US market data already powers the engine.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4370832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self-directed investor base; product is US-market-native from day one, so entry is distribution, not rebuild.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5303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Global, multi-market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11880" y="5239512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engine expansion (EU exchanges, then global), 5+ languages, B2B white-label as the scaling channel.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10 / 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— trust first, revenue follows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— Daily Brief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 with 1–2 graded candidates (web + Telegram)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scorecard — full transparency for everyone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FinSense core lessons &amp; daily quests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AAB0B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— Full Edition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26864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€19–29 / mo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26864" y="2834640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daily edition: all graded candidates + risk notes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calibration trainer &amp; blind-spot map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FinSense tracks, archive &amp; case-file library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9056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— API &amp; White-label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49056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49056" y="2834640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Graded-research feed for neobrokers &amp; fintechs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FinSense education modules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channel for multi-market scale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gross margin (SaaS) · education-led funnel lowers acquisition cost and churn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11 / 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morning paper to personal financial advisor &amp; educator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MVP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Ledger: daily graded US-market editions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scorecard + validated factor engine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FinSense lessons from real archived cases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prototype; multi-agent DRL in the lab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WE ARE BUILDING TOWARD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professional-grade investing experience for individuals — the quality of service today reserved for private-banking clients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that analyses each user's finances, decisions and learning — and coaches them to their best outcomes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working for the user: research, monitoring and workflow agents around a compliance 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coverage: Europe → US → global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euro of this project funds the bridge between the two columns.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12 / 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Preseed – Deep Tech · €267,000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Engine &amp; data integrity — live public scorecard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€35K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2677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R&amp;D: shadow validation + multi-agent DRL 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2677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€85K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950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8895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build-out: Morning Ledger + Reader's Desk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88950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€70K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112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5112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FinSense impact engine: quests, calibration, auto-lessons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5112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€55K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1330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1330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Regtech, compliance &amp; security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1330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€35K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754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validation: beta launch, 1,000 users, payments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754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€50K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project · total ~€330K · ≥10% shareholder equity secured by founder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0" y="164592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21945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public scorecard live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 — Morning Ledger public launch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— shadow-validated V2 engine in production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 — 1,000 beta users; Seedfinancing – Deep Tech follow-up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989320"/>
            <a:ext cx="10972800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Meriç Başak · Founder, FinPilot · Vienna · mericbsk@gmail.com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Deep Tech    13 / 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2026-07-23T17:21:31Z</dcterms:created>
  <dcterms:modified xsi:type="dcterms:W3CDTF">2026-07-23T17:21:31Z</dcterms:modified>
</cp:coreProperties>
</file>